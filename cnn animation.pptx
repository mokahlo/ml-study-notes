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0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48" d="100"/>
          <a:sy n="48" d="100"/>
        </p:scale>
        <p:origin x="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6C6EE-EADF-4BC7-BFC4-75E0B6613CBD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7D936-87E4-4E74-AD63-242A30CF5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51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sz="2400" baseline="0" dirty="0">
                <a:latin typeface="Arial" charset="0"/>
                <a:ea typeface="Arial" charset="0"/>
                <a:cs typeface="Arial" charset="0"/>
              </a:rPr>
              <a:t>Convolution is the application of a kernel to the image (RGB)</a:t>
            </a:r>
          </a:p>
        </p:txBody>
      </p:sp>
    </p:spTree>
    <p:extLst>
      <p:ext uri="{BB962C8B-B14F-4D97-AF65-F5344CB8AC3E}">
        <p14:creationId xmlns:p14="http://schemas.microsoft.com/office/powerpoint/2010/main" val="1697664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9A93-FC33-4090-AE61-0ACFFE779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0BCE4-2115-4B19-B63C-BC06F1EC2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E1198-3728-45FD-8BC4-53CA189E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49231-227B-4D24-8FE8-2FA1FCCF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12E0F-AC07-4359-9681-012CCC0A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46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518D-1528-4B6D-BC84-B34EAD8C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CCDC-91BE-44B3-8F55-7257CFB7B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CE0CF-54E2-430F-B139-4D9387A9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279C1-DBFF-4DAA-802C-134B459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1A120-2E82-4BBF-85BD-9E8DEDEB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C54B2-E098-4CAA-AEB3-D49D3AC3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F088C-2EB1-4A93-BEA2-EDA804360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A356E-479B-4EA2-BF13-76E4242CF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76EBC-9628-4BAF-A346-52CA48FAA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CF6A4-7300-41E3-83B9-16461B226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10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D181-D755-402A-B2B9-7D1DBBF6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98E6E-EF34-447C-87BA-7A7B885DC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570F3-2D14-4970-BB7C-FC23B68E2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3728F-3356-4ADC-92C8-9348865D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3EB16-2163-41C1-B1A5-A5427FBB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02C5F-6ABA-434C-8FB0-17CDE3EA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E4737-9421-4A71-B3A7-A24F5022B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62793-415F-44D4-AFEC-C553F6ACA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C796E-60FB-45D9-B8F3-A95572DF3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04691-439F-4FF0-9652-70F680BD34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B31624-0E2C-4249-8BDB-825CF3C52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D6107-F106-46B1-A041-3749757F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4F698-A68C-461C-B72D-F2082386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DDFE8-E9A1-4946-A04E-BC836A17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65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DA41B-3720-4538-A597-7E19677C4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461DB-E71D-4B79-8528-05E1F148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A3A5E-94DB-4CE6-8960-2571FFEDC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857B2-0ABC-4D23-A689-30CDE609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0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88A17-48C2-4E54-A8B8-9504DFA0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B80A5-04FC-46FF-AF03-AF62AF89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31496-78C6-4193-8F11-63231AF7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778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DEF1-D71B-47AB-BDA3-5BAC3A43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CC53B-8E55-4B9E-B856-1015D3565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63158-9B67-487D-AE90-145DFCD75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5A7F4-D795-4B67-A618-56B9ED21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30FF7-5FA3-4CD7-9CBE-EE39F04D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FE37B-07DB-4FE2-BDFE-2C443D34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7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05BAC-3AA6-4FC8-B61E-8FEFA95D1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77559-3CDF-4D0F-A5E2-3035AC73B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DA5E8-473E-4044-BF7B-2A9720DE8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EBF09-013B-4787-9DC6-519C2CFAA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2EB4C-0C12-4881-8D38-B5B08FC0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2A7CE-7DD6-4E1D-80E8-80FC9E87E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7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E210D-8EBD-4BB7-89EE-6C9F9DB7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DE1C8E-1350-4D2F-B0CF-3D4908786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E3322-9C4D-48A6-BE08-CC7D114B4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A9571-7327-4550-975D-FC006F31A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DCF8-CA20-4CDA-BA48-9F99B8B3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4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9782B-1508-4DDC-8661-0D9C829E3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6C1F0-D645-4DF3-8412-2C5015B21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BD87A-A6D2-408A-BDD5-37B08CB2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DCB23-2D97-4899-B53F-FDD2367E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E2967-522E-4815-A80A-04097F77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1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5D4614-A145-423E-BBC5-84224D9E1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95081-4268-4721-A50D-DFB29BDC4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D3C19-B755-446E-8992-F750E1E95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A84F0-2DD4-43C5-83D1-617CD585D339}" type="datetimeFigureOut">
              <a:rPr lang="en-US" smtClean="0"/>
              <a:t>10/28/2022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9DAFA-00C3-4175-9C1D-3253B6F8A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0243C-640C-43FC-8FBB-61F785D96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BD8FB-E1CC-404C-BBDD-29EB88CCF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6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137" y="394897"/>
            <a:ext cx="11250439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9525">
              <a:defRPr sz="3000" spc="-26">
                <a:latin typeface="Avenir Black"/>
                <a:cs typeface="Avenir Black"/>
              </a:defRPr>
            </a:lvl1pPr>
          </a:lstStyle>
          <a:p>
            <a:r>
              <a:rPr lang="en-US" sz="4000" dirty="0">
                <a:latin typeface="Avenir Book" charset="0"/>
                <a:ea typeface="Avenir Book" charset="0"/>
                <a:cs typeface="Avenir Book" charset="0"/>
              </a:rPr>
              <a:t>Convolutions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17" y="1336119"/>
            <a:ext cx="10245687" cy="494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08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Book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Maneparambil, Kailasnath S</dc:creator>
  <cp:lastModifiedBy>Maneparambil, Kailasnath S</cp:lastModifiedBy>
  <cp:revision>1</cp:revision>
  <dcterms:created xsi:type="dcterms:W3CDTF">2022-10-28T21:56:17Z</dcterms:created>
  <dcterms:modified xsi:type="dcterms:W3CDTF">2022-10-28T21:59:33Z</dcterms:modified>
</cp:coreProperties>
</file>